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71" r:id="rId2"/>
    <p:sldId id="266" r:id="rId3"/>
    <p:sldId id="267" r:id="rId4"/>
    <p:sldId id="264" r:id="rId5"/>
    <p:sldId id="265" r:id="rId6"/>
    <p:sldId id="268" r:id="rId7"/>
    <p:sldId id="269" r:id="rId8"/>
    <p:sldId id="270" r:id="rId9"/>
  </p:sldIdLst>
  <p:sldSz cx="9144000" cy="5143500" type="screen16x9"/>
  <p:notesSz cx="5143500" cy="9144000"/>
  <p:embeddedFontLst>
    <p:embeddedFont>
      <p:font typeface="Noto Sans" panose="020B0502040504020204" pitchFamily="34" charset="0"/>
      <p:regular r:id="rId11"/>
      <p:bold r:id="rId12"/>
      <p:italic r:id="rId13"/>
      <p:boldItalic r:id="rId14"/>
    </p:embeddedFont>
    <p:embeddedFont>
      <p:font typeface="Rockwell Extra Bold" panose="02060903040505020403" pitchFamily="18" charset="0"/>
      <p:bold r:id="rId15"/>
    </p:embeddedFont>
    <p:embeddedFont>
      <p:font typeface="Sora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30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Adel Yousef Wetwet" userId="41c7810767f2185d" providerId="LiveId" clId="{D86DD898-DD21-4769-9456-4DE53A3919C2}"/>
    <pc:docChg chg="undo custSel addSld modSld sldOrd">
      <pc:chgData name="Mohammed Adel Yousef Wetwet" userId="41c7810767f2185d" providerId="LiveId" clId="{D86DD898-DD21-4769-9456-4DE53A3919C2}" dt="2026-08-20T07:14:54.416" v="144" actId="2711"/>
      <pc:docMkLst>
        <pc:docMk/>
      </pc:docMkLst>
      <pc:sldChg chg="modSp mod">
        <pc:chgData name="Mohammed Adel Yousef Wetwet" userId="41c7810767f2185d" providerId="LiveId" clId="{D86DD898-DD21-4769-9456-4DE53A3919C2}" dt="2026-08-20T06:45:01.721" v="0" actId="1076"/>
        <pc:sldMkLst>
          <pc:docMk/>
          <pc:sldMk cId="3899686053" sldId="270"/>
        </pc:sldMkLst>
        <pc:picChg chg="mod">
          <ac:chgData name="Mohammed Adel Yousef Wetwet" userId="41c7810767f2185d" providerId="LiveId" clId="{D86DD898-DD21-4769-9456-4DE53A3919C2}" dt="2026-08-20T06:45:01.721" v="0" actId="1076"/>
          <ac:picMkLst>
            <pc:docMk/>
            <pc:sldMk cId="3899686053" sldId="270"/>
            <ac:picMk id="7" creationId="{7490237F-9B9D-B34A-617A-DEE7F9E8F551}"/>
          </ac:picMkLst>
        </pc:picChg>
      </pc:sldChg>
      <pc:sldChg chg="addSp delSp modSp new mod ord">
        <pc:chgData name="Mohammed Adel Yousef Wetwet" userId="41c7810767f2185d" providerId="LiveId" clId="{D86DD898-DD21-4769-9456-4DE53A3919C2}" dt="2026-08-20T07:14:54.416" v="144" actId="2711"/>
        <pc:sldMkLst>
          <pc:docMk/>
          <pc:sldMk cId="3953243812" sldId="271"/>
        </pc:sldMkLst>
        <pc:spChg chg="add mod">
          <ac:chgData name="Mohammed Adel Yousef Wetwet" userId="41c7810767f2185d" providerId="LiveId" clId="{D86DD898-DD21-4769-9456-4DE53A3919C2}" dt="2026-08-20T07:14:54.416" v="144" actId="2711"/>
          <ac:spMkLst>
            <pc:docMk/>
            <pc:sldMk cId="3953243812" sldId="271"/>
            <ac:spMk id="3" creationId="{864EEE4C-D6FA-4F4E-9D94-6F48696250BA}"/>
          </ac:spMkLst>
        </pc:spChg>
        <pc:spChg chg="add del">
          <ac:chgData name="Mohammed Adel Yousef Wetwet" userId="41c7810767f2185d" providerId="LiveId" clId="{D86DD898-DD21-4769-9456-4DE53A3919C2}" dt="2026-08-20T06:53:47.528" v="39" actId="22"/>
          <ac:spMkLst>
            <pc:docMk/>
            <pc:sldMk cId="3953243812" sldId="271"/>
            <ac:spMk id="13" creationId="{7AD72873-20E4-010B-1ACE-EBB87BAB66D4}"/>
          </ac:spMkLst>
        </pc:spChg>
        <pc:spChg chg="add mod">
          <ac:chgData name="Mohammed Adel Yousef Wetwet" userId="41c7810767f2185d" providerId="LiveId" clId="{D86DD898-DD21-4769-9456-4DE53A3919C2}" dt="2026-08-20T06:54:28.930" v="47" actId="113"/>
          <ac:spMkLst>
            <pc:docMk/>
            <pc:sldMk cId="3953243812" sldId="271"/>
            <ac:spMk id="15" creationId="{8430E9EA-53E1-CE23-C1EF-CD55544FEE93}"/>
          </ac:spMkLst>
        </pc:spChg>
        <pc:spChg chg="add mod">
          <ac:chgData name="Mohammed Adel Yousef Wetwet" userId="41c7810767f2185d" providerId="LiveId" clId="{D86DD898-DD21-4769-9456-4DE53A3919C2}" dt="2026-08-20T06:55:18.475" v="114" actId="20577"/>
          <ac:spMkLst>
            <pc:docMk/>
            <pc:sldMk cId="3953243812" sldId="271"/>
            <ac:spMk id="19" creationId="{C3A329DE-CF2C-82FF-034F-A8BBEA266D48}"/>
          </ac:spMkLst>
        </pc:spChg>
        <pc:spChg chg="add del">
          <ac:chgData name="Mohammed Adel Yousef Wetwet" userId="41c7810767f2185d" providerId="LiveId" clId="{D86DD898-DD21-4769-9456-4DE53A3919C2}" dt="2026-08-20T06:55:28.330" v="116" actId="22"/>
          <ac:spMkLst>
            <pc:docMk/>
            <pc:sldMk cId="3953243812" sldId="271"/>
            <ac:spMk id="21" creationId="{B63237EE-EBC4-1985-C166-59FEB920A594}"/>
          </ac:spMkLst>
        </pc:spChg>
        <pc:spChg chg="add mod">
          <ac:chgData name="Mohammed Adel Yousef Wetwet" userId="41c7810767f2185d" providerId="LiveId" clId="{D86DD898-DD21-4769-9456-4DE53A3919C2}" dt="2026-08-20T06:56:17.176" v="125" actId="1076"/>
          <ac:spMkLst>
            <pc:docMk/>
            <pc:sldMk cId="3953243812" sldId="271"/>
            <ac:spMk id="23" creationId="{5C276082-872D-358E-8BFD-C9695C32F130}"/>
          </ac:spMkLst>
        </pc:spChg>
        <pc:spChg chg="add mod">
          <ac:chgData name="Mohammed Adel Yousef Wetwet" userId="41c7810767f2185d" providerId="LiveId" clId="{D86DD898-DD21-4769-9456-4DE53A3919C2}" dt="2026-08-20T06:56:35.338" v="129" actId="20577"/>
          <ac:spMkLst>
            <pc:docMk/>
            <pc:sldMk cId="3953243812" sldId="271"/>
            <ac:spMk id="25" creationId="{35F75811-D873-E28F-2C46-B6ECBEB39D2F}"/>
          </ac:spMkLst>
        </pc:spChg>
        <pc:spChg chg="add mod">
          <ac:chgData name="Mohammed Adel Yousef Wetwet" userId="41c7810767f2185d" providerId="LiveId" clId="{D86DD898-DD21-4769-9456-4DE53A3919C2}" dt="2026-08-20T06:57:04.048" v="139" actId="20577"/>
          <ac:spMkLst>
            <pc:docMk/>
            <pc:sldMk cId="3953243812" sldId="271"/>
            <ac:spMk id="27" creationId="{D9AE68EA-01DF-D72D-D069-0CA4C6240655}"/>
          </ac:spMkLst>
        </pc:spChg>
        <pc:picChg chg="add">
          <ac:chgData name="Mohammed Adel Yousef Wetwet" userId="41c7810767f2185d" providerId="LiveId" clId="{D86DD898-DD21-4769-9456-4DE53A3919C2}" dt="2026-08-20T06:53:21.330" v="31" actId="22"/>
          <ac:picMkLst>
            <pc:docMk/>
            <pc:sldMk cId="3953243812" sldId="271"/>
            <ac:picMk id="5" creationId="{9EC91366-94D3-09DF-F655-BDCDD862AE64}"/>
          </ac:picMkLst>
        </pc:picChg>
        <pc:picChg chg="add mod">
          <ac:chgData name="Mohammed Adel Yousef Wetwet" userId="41c7810767f2185d" providerId="LiveId" clId="{D86DD898-DD21-4769-9456-4DE53A3919C2}" dt="2026-08-20T06:54:50.495" v="80" actId="1035"/>
          <ac:picMkLst>
            <pc:docMk/>
            <pc:sldMk cId="3953243812" sldId="271"/>
            <ac:picMk id="7" creationId="{21C22CFD-7B0D-C1FB-669E-4DBAF41AB335}"/>
          </ac:picMkLst>
        </pc:picChg>
        <pc:picChg chg="add mod">
          <ac:chgData name="Mohammed Adel Yousef Wetwet" userId="41c7810767f2185d" providerId="LiveId" clId="{D86DD898-DD21-4769-9456-4DE53A3919C2}" dt="2026-08-20T06:53:32.339" v="35" actId="1076"/>
          <ac:picMkLst>
            <pc:docMk/>
            <pc:sldMk cId="3953243812" sldId="271"/>
            <ac:picMk id="9" creationId="{9308A1A2-E5FE-7072-D929-E1617B24E0EC}"/>
          </ac:picMkLst>
        </pc:picChg>
        <pc:picChg chg="add mod">
          <ac:chgData name="Mohammed Adel Yousef Wetwet" userId="41c7810767f2185d" providerId="LiveId" clId="{D86DD898-DD21-4769-9456-4DE53A3919C2}" dt="2026-08-20T06:54:50.495" v="80" actId="1035"/>
          <ac:picMkLst>
            <pc:docMk/>
            <pc:sldMk cId="3953243812" sldId="271"/>
            <ac:picMk id="11" creationId="{9FB4391B-DF02-E8DB-445E-24060C7046C5}"/>
          </ac:picMkLst>
        </pc:picChg>
        <pc:picChg chg="add mod">
          <ac:chgData name="Mohammed Adel Yousef Wetwet" userId="41c7810767f2185d" providerId="LiveId" clId="{D86DD898-DD21-4769-9456-4DE53A3919C2}" dt="2026-08-20T06:54:56.579" v="110" actId="1036"/>
          <ac:picMkLst>
            <pc:docMk/>
            <pc:sldMk cId="3953243812" sldId="271"/>
            <ac:picMk id="17" creationId="{4319CA5E-7233-543D-C8D1-D9673EA255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257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4EEE4C-D6FA-4F4E-9D94-6F48696250BA}"/>
              </a:ext>
            </a:extLst>
          </p:cNvPr>
          <p:cNvSpPr txBox="1"/>
          <p:nvPr/>
        </p:nvSpPr>
        <p:spPr>
          <a:xfrm>
            <a:off x="2749141" y="381099"/>
            <a:ext cx="457200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97B8FF"/>
                </a:solidFill>
                <a:latin typeface="Rockwell Extra Bold" panose="02060903040505020403" pitchFamily="18" charset="0"/>
                <a:cs typeface="Sora Medium" pitchFamily="34" charset="-120"/>
              </a:rPr>
              <a:t>Team Members</a:t>
            </a:r>
            <a:endParaRPr lang="en-US" sz="2000" b="1" dirty="0">
              <a:latin typeface="Rockwell Extra Bold" panose="02060903040505020403" pitchFamily="18" charset="0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9EC91366-94D3-09DF-F655-BDCDD862A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40" y="1069470"/>
            <a:ext cx="4234907" cy="831754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21C22CFD-7B0D-C1FB-669E-4DBAF41AB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40" y="2511174"/>
            <a:ext cx="4234907" cy="831754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9308A1A2-E5FE-7072-D929-E1617B24E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3547" y="1076907"/>
            <a:ext cx="4234907" cy="831754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9FB4391B-DF02-E8DB-445E-24060C704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3547" y="2511174"/>
            <a:ext cx="4234907" cy="8317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30E9EA-53E1-CE23-C1EF-CD55544FEE93}"/>
              </a:ext>
            </a:extLst>
          </p:cNvPr>
          <p:cNvSpPr txBox="1"/>
          <p:nvPr/>
        </p:nvSpPr>
        <p:spPr>
          <a:xfrm>
            <a:off x="548640" y="1238574"/>
            <a:ext cx="4572000" cy="44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6000"/>
              </a:lnSpc>
            </a:pP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Abdelrahman Mohamed </a:t>
            </a:r>
          </a:p>
          <a:p>
            <a:pPr>
              <a:lnSpc>
                <a:spcPct val="126000"/>
              </a:lnSpc>
            </a:pP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Tanta University computer and information technology faculty</a:t>
            </a:r>
            <a:endParaRPr lang="en-US" sz="950" b="1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4319CA5E-7233-543D-C8D1-D9673EA25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6093" y="3757806"/>
            <a:ext cx="4234907" cy="8317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A329DE-CF2C-82FF-034F-A8BBEA266D48}"/>
              </a:ext>
            </a:extLst>
          </p:cNvPr>
          <p:cNvSpPr txBox="1"/>
          <p:nvPr/>
        </p:nvSpPr>
        <p:spPr>
          <a:xfrm>
            <a:off x="512064" y="2680278"/>
            <a:ext cx="4572000" cy="44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6000"/>
              </a:lnSpc>
            </a:pP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Mohamed Gamal </a:t>
            </a:r>
          </a:p>
          <a:p>
            <a:pPr>
              <a:lnSpc>
                <a:spcPct val="126000"/>
              </a:lnSpc>
            </a:pPr>
            <a:r>
              <a:rPr lang="en-US" sz="950" b="1" dirty="0" err="1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Menofia</a:t>
            </a: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National University Computer and Artificial intelligence</a:t>
            </a:r>
            <a:endParaRPr lang="en-US" sz="95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276082-872D-358E-8BFD-C9695C32F130}"/>
              </a:ext>
            </a:extLst>
          </p:cNvPr>
          <p:cNvSpPr txBox="1"/>
          <p:nvPr/>
        </p:nvSpPr>
        <p:spPr>
          <a:xfrm>
            <a:off x="4888992" y="1054356"/>
            <a:ext cx="4572000" cy="8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6000"/>
              </a:lnSpc>
            </a:pP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Ahmed Amin</a:t>
            </a:r>
          </a:p>
          <a:p>
            <a:pPr>
              <a:lnSpc>
                <a:spcPct val="126000"/>
              </a:lnSpc>
            </a:pP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Graduate of the Higher Institute for Administrative Sciences and Information Technology in Kafr El-SheikhGraduate of the Faculty of Management Information Systems (MIS)</a:t>
            </a:r>
            <a:endParaRPr lang="en-US" sz="95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F75811-D873-E28F-2C46-B6ECBEB39D2F}"/>
              </a:ext>
            </a:extLst>
          </p:cNvPr>
          <p:cNvSpPr txBox="1"/>
          <p:nvPr/>
        </p:nvSpPr>
        <p:spPr>
          <a:xfrm>
            <a:off x="4888992" y="2664355"/>
            <a:ext cx="4572000" cy="44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6000"/>
              </a:lnSpc>
            </a:pP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Mahmoud Osman </a:t>
            </a:r>
          </a:p>
          <a:p>
            <a:pPr>
              <a:lnSpc>
                <a:spcPct val="126000"/>
              </a:lnSpc>
            </a:pPr>
            <a:r>
              <a:rPr lang="en-US" sz="950" b="1" dirty="0" err="1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Menofia</a:t>
            </a: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National University Computer and Artificial intelligence</a:t>
            </a:r>
            <a:endParaRPr lang="en-US" sz="95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AE68EA-01DF-D72D-D069-0CA4C6240655}"/>
              </a:ext>
            </a:extLst>
          </p:cNvPr>
          <p:cNvSpPr txBox="1"/>
          <p:nvPr/>
        </p:nvSpPr>
        <p:spPr>
          <a:xfrm>
            <a:off x="2798064" y="3956529"/>
            <a:ext cx="4572000" cy="44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6000"/>
              </a:lnSpc>
            </a:pP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Mohamed Adel </a:t>
            </a:r>
          </a:p>
          <a:p>
            <a:pPr>
              <a:lnSpc>
                <a:spcPct val="126000"/>
              </a:lnSpc>
            </a:pPr>
            <a:r>
              <a:rPr lang="en-US" sz="9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Gharbiya STEM School - High School Student</a:t>
            </a:r>
            <a:endParaRPr lang="en-US" sz="950" b="1" dirty="0"/>
          </a:p>
        </p:txBody>
      </p:sp>
    </p:spTree>
    <p:extLst>
      <p:ext uri="{BB962C8B-B14F-4D97-AF65-F5344CB8AC3E}">
        <p14:creationId xmlns:p14="http://schemas.microsoft.com/office/powerpoint/2010/main" val="3953243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EB8D57FD-B0B5-08E0-4A46-547C53CE6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1" y="0"/>
            <a:ext cx="771826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77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602B0A-B62D-3307-C1D2-A926B042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0"/>
            <a:ext cx="7351643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EB52D7-4D83-B4FF-9CE9-4B7974BA3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9082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43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019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Some details about V4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4715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224781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6119" y="1309836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Sentence-Aware Chunking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1576313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Because it preserves the context more than Character Based 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913334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6119" y="2079650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6119" y="2176016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BGE Embedding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2442493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BGE Model Faster and better than in Embedding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6119" y="2779514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2934593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119" y="3042196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Reranker – Cross-Encoder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3308672"/>
            <a:ext cx="393806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12 Chunk from Retrieve ,Then Reranker use Sigmoid to Choice Top 4 Chunk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6119" y="380806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6119" y="3951833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6119" y="4070747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Lexical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4337224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between number of words in Question and Chunk</a:t>
            </a: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60099587-A272-58CB-4937-C9FE7FED4D32}"/>
              </a:ext>
            </a:extLst>
          </p:cNvPr>
          <p:cNvSpPr/>
          <p:nvPr/>
        </p:nvSpPr>
        <p:spPr>
          <a:xfrm>
            <a:off x="496118" y="4523110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the number of shared words is large ( High Lexical )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5C8AA09D-9C67-7289-D63F-9D7CEEEF92A2}"/>
              </a:ext>
            </a:extLst>
          </p:cNvPr>
          <p:cNvSpPr/>
          <p:nvPr/>
        </p:nvSpPr>
        <p:spPr>
          <a:xfrm>
            <a:off x="4899789" y="1188615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53AD531A-C851-72FE-C431-E507031565F0}"/>
              </a:ext>
            </a:extLst>
          </p:cNvPr>
          <p:cNvSpPr/>
          <p:nvPr/>
        </p:nvSpPr>
        <p:spPr>
          <a:xfrm>
            <a:off x="4929606" y="1047452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05</a:t>
            </a:r>
            <a:endParaRPr lang="en-US" sz="85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060EB0C2-C8FD-F127-653C-9C330CCFE112}"/>
              </a:ext>
            </a:extLst>
          </p:cNvPr>
          <p:cNvSpPr/>
          <p:nvPr/>
        </p:nvSpPr>
        <p:spPr>
          <a:xfrm>
            <a:off x="4899788" y="1278048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Answerability Check</a:t>
            </a:r>
            <a:endParaRPr lang="en-US" sz="11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7203B944-5C5F-B786-05F7-D4120CB4FB04}"/>
              </a:ext>
            </a:extLst>
          </p:cNvPr>
          <p:cNvSpPr/>
          <p:nvPr/>
        </p:nvSpPr>
        <p:spPr>
          <a:xfrm>
            <a:off x="4899789" y="2065362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74AF0AC2-C322-4B6A-B5E0-967EE313E563}"/>
              </a:ext>
            </a:extLst>
          </p:cNvPr>
          <p:cNvSpPr/>
          <p:nvPr/>
        </p:nvSpPr>
        <p:spPr>
          <a:xfrm>
            <a:off x="4899789" y="1545543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LLM  Do the Context have enough Information to answer Question ?</a:t>
            </a:r>
            <a:endParaRPr lang="en-US" sz="85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8C6B97F2-D950-103D-6C9F-2B822945D126}"/>
              </a:ext>
            </a:extLst>
          </p:cNvPr>
          <p:cNvSpPr/>
          <p:nvPr/>
        </p:nvSpPr>
        <p:spPr>
          <a:xfrm>
            <a:off x="4899788" y="2061505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8789461E-5B0C-2DEB-9FDA-F5AEBBA580A6}"/>
              </a:ext>
            </a:extLst>
          </p:cNvPr>
          <p:cNvSpPr/>
          <p:nvPr/>
        </p:nvSpPr>
        <p:spPr>
          <a:xfrm>
            <a:off x="4929605" y="1920342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06</a:t>
            </a:r>
            <a:endParaRPr lang="en-US" sz="85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D2B445A1-9CFC-E147-219B-6B0EDE845C27}"/>
              </a:ext>
            </a:extLst>
          </p:cNvPr>
          <p:cNvSpPr/>
          <p:nvPr/>
        </p:nvSpPr>
        <p:spPr>
          <a:xfrm>
            <a:off x="4899787" y="2150938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Numeric Question Detection</a:t>
            </a:r>
            <a:endParaRPr lang="en-US" sz="11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C0D139A9-9632-344F-21C9-D5DC9C45210E}"/>
              </a:ext>
            </a:extLst>
          </p:cNvPr>
          <p:cNvSpPr/>
          <p:nvPr/>
        </p:nvSpPr>
        <p:spPr>
          <a:xfrm>
            <a:off x="4899788" y="2938252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1DECDFE2-6174-83A2-7E77-0127196DC884}"/>
              </a:ext>
            </a:extLst>
          </p:cNvPr>
          <p:cNvSpPr/>
          <p:nvPr/>
        </p:nvSpPr>
        <p:spPr>
          <a:xfrm>
            <a:off x="4899788" y="2418433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Slide</a:t>
            </a:r>
            <a:endParaRPr lang="en-US" sz="85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9E609E84-917E-B33B-EF5F-7567B1039B74}"/>
              </a:ext>
            </a:extLst>
          </p:cNvPr>
          <p:cNvSpPr/>
          <p:nvPr/>
        </p:nvSpPr>
        <p:spPr>
          <a:xfrm>
            <a:off x="4899787" y="2935577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9C10A4A2-9AB8-E8FB-8CC6-19650AA71579}"/>
              </a:ext>
            </a:extLst>
          </p:cNvPr>
          <p:cNvSpPr/>
          <p:nvPr/>
        </p:nvSpPr>
        <p:spPr>
          <a:xfrm>
            <a:off x="4899786" y="2931720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4B93AAC9-5361-6EBB-388D-DC783EEE1B67}"/>
              </a:ext>
            </a:extLst>
          </p:cNvPr>
          <p:cNvSpPr/>
          <p:nvPr/>
        </p:nvSpPr>
        <p:spPr>
          <a:xfrm>
            <a:off x="4899785" y="302115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Numeric Rule - Numeric Repair</a:t>
            </a:r>
            <a:endParaRPr lang="en-US" sz="110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5851BA3D-3789-DA76-BA5D-48B8E7783AA4}"/>
              </a:ext>
            </a:extLst>
          </p:cNvPr>
          <p:cNvSpPr/>
          <p:nvPr/>
        </p:nvSpPr>
        <p:spPr>
          <a:xfrm>
            <a:off x="4899786" y="3808467"/>
            <a:ext cx="3938067" cy="14288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330E76D4-5C79-0097-D1AE-5A26DB173617}"/>
              </a:ext>
            </a:extLst>
          </p:cNvPr>
          <p:cNvSpPr/>
          <p:nvPr/>
        </p:nvSpPr>
        <p:spPr>
          <a:xfrm>
            <a:off x="4899786" y="3288648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Slide ,Too</a:t>
            </a:r>
            <a:endParaRPr lang="en-US" sz="850" dirty="0"/>
          </a:p>
        </p:txBody>
      </p:sp>
      <p:sp>
        <p:nvSpPr>
          <p:cNvPr id="67" name="Text 1">
            <a:extLst>
              <a:ext uri="{FF2B5EF4-FFF2-40B4-BE49-F238E27FC236}">
                <a16:creationId xmlns:a16="http://schemas.microsoft.com/office/drawing/2014/main" id="{898A4FEF-D521-1236-797C-826D99B8DAA5}"/>
              </a:ext>
            </a:extLst>
          </p:cNvPr>
          <p:cNvSpPr/>
          <p:nvPr/>
        </p:nvSpPr>
        <p:spPr>
          <a:xfrm>
            <a:off x="4929604" y="280789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41" y="596049"/>
            <a:ext cx="4649036" cy="39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Numeric Question Detection 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40" y="1069470"/>
            <a:ext cx="4234907" cy="8317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3884" y="1209963"/>
            <a:ext cx="3931698" cy="176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Is numeric Question ?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73884" y="1474654"/>
            <a:ext cx="3931698" cy="342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there are words like (Percentage - rate – per 1000 – How many)</a:t>
            </a:r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 True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66" y="2396497"/>
            <a:ext cx="4228281" cy="8304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0509" y="2536991"/>
            <a:ext cx="3925547" cy="17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Numeric Rule Prompt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80509" y="2801682"/>
            <a:ext cx="3925547" cy="34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NOT replace any numerical answer with a text answer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40" y="3712084"/>
            <a:ext cx="4214678" cy="82778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3883" y="3852577"/>
            <a:ext cx="3912916" cy="17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If LLM ignored Rule Prompt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3883" y="4117269"/>
            <a:ext cx="3912916" cy="34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Became first answer Draft answer &gt;&gt;&gt; Numeric Repair &gt;&gt;&gt; Repeat Process and make Rule Prompt more specific to answer numeric</a:t>
            </a:r>
            <a:endParaRPr lang="en-US" sz="95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FD081429-A62A-6B8F-B8CB-77EBFD43D65F}"/>
              </a:ext>
            </a:extLst>
          </p:cNvPr>
          <p:cNvSpPr/>
          <p:nvPr/>
        </p:nvSpPr>
        <p:spPr>
          <a:xfrm>
            <a:off x="476240" y="1979246"/>
            <a:ext cx="4649036" cy="39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Numeric Rule </a:t>
            </a:r>
            <a:endParaRPr lang="en-US" sz="20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8C6A3D42-CCA9-A7B2-1203-1129EAEFFD6D}"/>
              </a:ext>
            </a:extLst>
          </p:cNvPr>
          <p:cNvSpPr/>
          <p:nvPr/>
        </p:nvSpPr>
        <p:spPr>
          <a:xfrm>
            <a:off x="462988" y="3320797"/>
            <a:ext cx="4649036" cy="39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Numeric Repair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61262FB-796F-2ADF-260F-0F417DA02713}"/>
              </a:ext>
            </a:extLst>
          </p:cNvPr>
          <p:cNvSpPr/>
          <p:nvPr/>
        </p:nvSpPr>
        <p:spPr>
          <a:xfrm>
            <a:off x="476241" y="596049"/>
            <a:ext cx="4649036" cy="39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Solution for Hallucination &amp; Large Context</a:t>
            </a:r>
            <a:endParaRPr lang="en-US" sz="20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BC81B9A-C438-617E-1B8D-050936746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41" y="1247263"/>
            <a:ext cx="4234907" cy="3300188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64823442-706B-3152-A067-0DE976D6164E}"/>
              </a:ext>
            </a:extLst>
          </p:cNvPr>
          <p:cNvSpPr/>
          <p:nvPr/>
        </p:nvSpPr>
        <p:spPr>
          <a:xfrm>
            <a:off x="837985" y="1599626"/>
            <a:ext cx="3925547" cy="17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Combined Score Chunks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BAEC50-AAC5-8283-45A5-F827B0ED0BAF}"/>
              </a:ext>
            </a:extLst>
          </p:cNvPr>
          <p:cNvSpPr txBox="1"/>
          <p:nvPr/>
        </p:nvSpPr>
        <p:spPr>
          <a:xfrm>
            <a:off x="724720" y="2576987"/>
            <a:ext cx="4572000" cy="2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Reranker 75% &gt;&gt;&gt; Top 4 Chunk</a:t>
            </a:r>
            <a:endParaRPr lang="en-US" sz="9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25623E-8A29-85FF-741F-D44507321874}"/>
              </a:ext>
            </a:extLst>
          </p:cNvPr>
          <p:cNvSpPr txBox="1"/>
          <p:nvPr/>
        </p:nvSpPr>
        <p:spPr>
          <a:xfrm>
            <a:off x="724720" y="2131308"/>
            <a:ext cx="4572000" cy="2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Similarity Threshold  15%  &gt;&gt;&gt; Top 12 Chunk </a:t>
            </a:r>
            <a:endParaRPr lang="en-US" sz="9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CDDB48-504E-6E24-3C9C-25A3005821FE}"/>
              </a:ext>
            </a:extLst>
          </p:cNvPr>
          <p:cNvSpPr txBox="1"/>
          <p:nvPr/>
        </p:nvSpPr>
        <p:spPr>
          <a:xfrm>
            <a:off x="724720" y="3022666"/>
            <a:ext cx="4572000" cy="2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Lexical Score 10% &gt;&gt;&gt; Top 4 Chunk (Arranged)</a:t>
            </a:r>
            <a:endParaRPr lang="en-US" sz="95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10D9E73F-33A5-1495-16A5-11332078921D}"/>
              </a:ext>
            </a:extLst>
          </p:cNvPr>
          <p:cNvSpPr/>
          <p:nvPr/>
        </p:nvSpPr>
        <p:spPr>
          <a:xfrm>
            <a:off x="2335032" y="3411109"/>
            <a:ext cx="0" cy="286247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7F6F6F-A110-BAEE-86EB-6DD2A330ABCC}"/>
              </a:ext>
            </a:extLst>
          </p:cNvPr>
          <p:cNvSpPr txBox="1"/>
          <p:nvPr/>
        </p:nvSpPr>
        <p:spPr>
          <a:xfrm>
            <a:off x="724720" y="3826029"/>
            <a:ext cx="4572000" cy="2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Hallucination &amp; Narrow Context &amp; Small number of Chunks</a:t>
            </a:r>
            <a:endParaRPr lang="en-US" sz="9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D035B9-19B8-600C-4FAF-C51B68B89B98}"/>
              </a:ext>
            </a:extLst>
          </p:cNvPr>
          <p:cNvSpPr txBox="1"/>
          <p:nvPr/>
        </p:nvSpPr>
        <p:spPr>
          <a:xfrm>
            <a:off x="1834590" y="4055486"/>
            <a:ext cx="4572000" cy="2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Ready to enter in LLM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7339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773785765066580675">
            <a:hlinkClick r:id="" action="ppaction://media"/>
            <a:extLst>
              <a:ext uri="{FF2B5EF4-FFF2-40B4-BE49-F238E27FC236}">
                <a16:creationId xmlns:a16="http://schemas.microsoft.com/office/drawing/2014/main" id="{A67BF7F1-4418-54B3-E73F-8FE258CB70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3473" y="88624"/>
            <a:ext cx="8828892" cy="496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3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6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3BE1D4-ACFB-2EC7-451B-DB5D8EB01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01" y="0"/>
            <a:ext cx="3166467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6194C8-7780-223C-67C1-3B56C2D9F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323" y="0"/>
            <a:ext cx="3194596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90237F-9B9D-B34A-617A-DEE7F9E8F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818" y="0"/>
            <a:ext cx="32468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8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284</Words>
  <Application>Microsoft Office PowerPoint</Application>
  <PresentationFormat>On-screen Show (16:9)</PresentationFormat>
  <Paragraphs>53</Paragraphs>
  <Slides>8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Sora Light</vt:lpstr>
      <vt:lpstr>Rockwell Extra Bold</vt:lpstr>
      <vt:lpstr>Sora Medium</vt:lpstr>
      <vt:lpstr>Noto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MoHaMeD AdEL</dc:creator>
  <cp:lastModifiedBy>Mohammed Adel Yousef Wetwet</cp:lastModifiedBy>
  <cp:revision>3</cp:revision>
  <dcterms:created xsi:type="dcterms:W3CDTF">2026-08-18T16:18:57Z</dcterms:created>
  <dcterms:modified xsi:type="dcterms:W3CDTF">2026-08-20T07:15:15Z</dcterms:modified>
</cp:coreProperties>
</file>